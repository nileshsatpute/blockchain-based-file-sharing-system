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8" r:id="rId5"/>
    <p:sldId id="258" r:id="rId6"/>
    <p:sldId id="259" r:id="rId7"/>
    <p:sldId id="260" r:id="rId8"/>
    <p:sldId id="262" r:id="rId9"/>
    <p:sldId id="267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3116-1E62-430E-AC6F-3E2588C03D3C}" type="datetimeFigureOut">
              <a:rPr lang="en-US" smtClean="0"/>
              <a:pPr/>
              <a:t>12/08/2025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7ECB-D836-46F7-A1E1-4C8672054B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3116-1E62-430E-AC6F-3E2588C03D3C}" type="datetimeFigureOut">
              <a:rPr lang="en-US" smtClean="0"/>
              <a:pPr/>
              <a:t>12/08/2025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7ECB-D836-46F7-A1E1-4C8672054B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3116-1E62-430E-AC6F-3E2588C03D3C}" type="datetimeFigureOut">
              <a:rPr lang="en-US" smtClean="0"/>
              <a:pPr/>
              <a:t>12/08/2025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7ECB-D836-46F7-A1E1-4C8672054B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3116-1E62-430E-AC6F-3E2588C03D3C}" type="datetimeFigureOut">
              <a:rPr lang="en-US" smtClean="0"/>
              <a:pPr/>
              <a:t>12/08/2025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7ECB-D836-46F7-A1E1-4C8672054B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3116-1E62-430E-AC6F-3E2588C03D3C}" type="datetimeFigureOut">
              <a:rPr lang="en-US" smtClean="0"/>
              <a:pPr/>
              <a:t>12/08/2025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7ECB-D836-46F7-A1E1-4C8672054B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3116-1E62-430E-AC6F-3E2588C03D3C}" type="datetimeFigureOut">
              <a:rPr lang="en-US" smtClean="0"/>
              <a:pPr/>
              <a:t>12/08/2025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7ECB-D836-46F7-A1E1-4C8672054B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3116-1E62-430E-AC6F-3E2588C03D3C}" type="datetimeFigureOut">
              <a:rPr lang="en-US" smtClean="0"/>
              <a:pPr/>
              <a:t>12/08/2025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7ECB-D836-46F7-A1E1-4C8672054B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3116-1E62-430E-AC6F-3E2588C03D3C}" type="datetimeFigureOut">
              <a:rPr lang="en-US" smtClean="0"/>
              <a:pPr/>
              <a:t>12/08/2025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7ECB-D836-46F7-A1E1-4C8672054B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3116-1E62-430E-AC6F-3E2588C03D3C}" type="datetimeFigureOut">
              <a:rPr lang="en-US" smtClean="0"/>
              <a:pPr/>
              <a:t>12/08/2025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7ECB-D836-46F7-A1E1-4C8672054B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3116-1E62-430E-AC6F-3E2588C03D3C}" type="datetimeFigureOut">
              <a:rPr lang="en-US" smtClean="0"/>
              <a:pPr/>
              <a:t>12/08/2025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7ECB-D836-46F7-A1E1-4C8672054B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3116-1E62-430E-AC6F-3E2588C03D3C}" type="datetimeFigureOut">
              <a:rPr lang="en-US" smtClean="0"/>
              <a:pPr/>
              <a:t>12/08/2025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7ECB-D836-46F7-A1E1-4C8672054B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83116-1E62-430E-AC6F-3E2588C03D3C}" type="datetimeFigureOut">
              <a:rPr lang="en-US" smtClean="0"/>
              <a:pPr/>
              <a:t>12/08/2025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97ECB-D836-46F7-A1E1-4C8672054B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04801"/>
            <a:ext cx="6248400" cy="121919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VISVESVARAYA TECHNOLOGICAL UNIVERSITY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1905000"/>
            <a:ext cx="7162800" cy="4267200"/>
          </a:xfrm>
        </p:spPr>
        <p:txBody>
          <a:bodyPr>
            <a:normAutofit fontScale="32500" lnSpcReduction="20000"/>
          </a:bodyPr>
          <a:lstStyle/>
          <a:p>
            <a:r>
              <a:rPr lang="en-US" sz="7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C.S.E</a:t>
            </a:r>
          </a:p>
          <a:p>
            <a:r>
              <a:rPr lang="en-US" sz="7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MASTER OF COMPUTER APPLICATIONS</a:t>
            </a:r>
          </a:p>
          <a:p>
            <a:endParaRPr lang="en-US" sz="72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7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Technical  Seminar </a:t>
            </a:r>
            <a:r>
              <a:rPr lang="en-US" sz="7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:USB Flash Drives Importance </a:t>
            </a:r>
            <a:endParaRPr lang="en-US" sz="72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72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62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Nilesh</a:t>
            </a:r>
            <a:r>
              <a:rPr lang="en-US" sz="6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62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Satpute</a:t>
            </a:r>
            <a:r>
              <a:rPr lang="en-US" sz="6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6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2VX23MC097</a:t>
            </a:r>
          </a:p>
          <a:p>
            <a:r>
              <a:rPr lang="en-US" sz="62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Kolekar</a:t>
            </a:r>
            <a:r>
              <a:rPr lang="en-US" sz="6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62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Rohit</a:t>
            </a:r>
            <a:r>
              <a:rPr lang="en-US" sz="6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 2VX23MC066</a:t>
            </a:r>
            <a:endParaRPr lang="en-US" sz="62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72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7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  <a:endParaRPr lang="en-US" sz="7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7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Prof. </a:t>
            </a:r>
            <a:r>
              <a:rPr lang="en-US" sz="7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Chandrasekhar B.</a:t>
            </a:r>
            <a:endParaRPr lang="en-US" sz="7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7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Asst. Prof. Dept. CSE,VTU, </a:t>
            </a:r>
            <a:r>
              <a:rPr lang="en-US" sz="7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Belagavi</a:t>
            </a:r>
            <a:endParaRPr lang="en-US" sz="7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oel="http://schemas.microsoft.com/office/2019/extlst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00"/>
            <a:ext cx="1371600" cy="1219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USB flash drive is a plug-and-play storage device that uses flash memory to store and transfer data between computers and devices. Introduced in 2000, they quickly became an essential tool for personal and professional use.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History &amp; Evolution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Early USB drives: 8MB (2000).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Modern drives: Up to 2TB.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USB generations: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USB 2.0 (2002): 35 Mbps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USB 3.0 and 3.1: Speeds surpassing 500 Mbps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USB 4.0: Even higher transfer rates.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How USB Flash Drives Work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Stores data in flash memory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– It uses tiny electronic cells (NAND flash) to hold data without needing power.</a:t>
            </a:r>
          </a:p>
          <a:p>
            <a:pPr algn="just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USB connector sends/receives data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– The plug connects to a computer, letting the controller chip send and receive files.</a:t>
            </a:r>
          </a:p>
          <a:p>
            <a:pPr algn="just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Controller manages everything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– It organizes data, handles read/write operations, and makes the drive work like a small hard disk.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Advantages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Portable and lightweight</a:t>
            </a:r>
          </a:p>
          <a:p>
            <a:r>
              <a:rPr lang="en-US" sz="2800" dirty="0" smtClean="0"/>
              <a:t>High storage capacity</a:t>
            </a:r>
          </a:p>
          <a:p>
            <a:r>
              <a:rPr lang="en-US" sz="2800" dirty="0" smtClean="0"/>
              <a:t>No moving parts (shock-resistant)</a:t>
            </a:r>
          </a:p>
          <a:p>
            <a:r>
              <a:rPr lang="en-US" sz="2800" dirty="0" smtClean="0"/>
              <a:t>Rewritable and reusable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Challenges and Considerations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Flash drives face competition from cloud storage, but remain crucial for offline, secure, and portable data.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Flash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drives can wear out, get hacked, or lose data if not removed safely.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 Flash drives will continue to offer faster data transfer rates as new USB standards (like USB 3.2 and USB4)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Advanced Technology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USB-C and dual-interface (USB-A &amp; USB-C) for universal compatibility.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Wireless USB drives (Wi-Fi, Bluetooth-enabled) for cable-free transfers.</a:t>
            </a:r>
          </a:p>
          <a:p>
            <a:pPr algn="just"/>
            <a:r>
              <a:rPr lang="en-US" sz="2800" dirty="0" smtClean="0"/>
              <a:t>Drives that use </a:t>
            </a:r>
            <a:r>
              <a:rPr lang="en-US" sz="2800" dirty="0" err="1" smtClean="0"/>
              <a:t>blockchain</a:t>
            </a:r>
            <a:r>
              <a:rPr lang="en-US" sz="2800" dirty="0" smtClean="0"/>
              <a:t> and encryption to keep data extra safe</a:t>
            </a:r>
            <a:r>
              <a:rPr lang="en-US" sz="2800" dirty="0" smtClean="0"/>
              <a:t>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USB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4.0: Up to 80Gbps transfer speeds; higher capacities (1TB+)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Future Trends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Movement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toward more robust and shock-resistant designs is increasing drive longevity, including water, dust, and drop resistance.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Sustainable materials such as recycled plastics, bamboo, and biodegradable components are being used to address environmental concerns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Adoption of latest USB standards (USB 3.2, USB 4.0) is delivering much higher data transfer rates, making file movement faster for large media and business use</a:t>
            </a:r>
          </a:p>
          <a:p>
            <a:endParaRPr lang="en-US" sz="2800" dirty="0" smtClean="0"/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USB flash drives remain a vital storage solution due to their portability, reliability, and ever-increasing capabilities.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48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sz="48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4800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312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VISVESVARAYA TECHNOLOGICAL UNIVERSITY</vt:lpstr>
      <vt:lpstr>INTRODUCTION</vt:lpstr>
      <vt:lpstr>History &amp; Evolution</vt:lpstr>
      <vt:lpstr>How USB Flash Drives Work </vt:lpstr>
      <vt:lpstr>Advantages</vt:lpstr>
      <vt:lpstr>Challenges and Considerations</vt:lpstr>
      <vt:lpstr>Advanced Technology</vt:lpstr>
      <vt:lpstr>Future Trends</vt:lpstr>
      <vt:lpstr>Conclusion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VISVESVARAYA TECHNOLOGICAL UNIVERSITY</dc:title>
  <dc:creator>BOSS</dc:creator>
  <cp:lastModifiedBy>BOSS</cp:lastModifiedBy>
  <cp:revision>21</cp:revision>
  <dcterms:created xsi:type="dcterms:W3CDTF">2025-07-11T16:37:22Z</dcterms:created>
  <dcterms:modified xsi:type="dcterms:W3CDTF">2025-08-12T07:22:48Z</dcterms:modified>
</cp:coreProperties>
</file>