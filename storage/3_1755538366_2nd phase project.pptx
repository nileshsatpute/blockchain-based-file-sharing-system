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802409D-BF2E-43C3-9183-0C24223FF543}" type="datetimeFigureOut">
              <a:rPr lang="en-US" smtClean="0"/>
              <a:pPr/>
              <a:t>18/07/2023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943A4C-D5EC-4096-A9FC-C4DF8FCD222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0" y="381000"/>
            <a:ext cx="617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K.L.E Society’s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COLLEGE OF BACHELOR OF COMPUTER APPLICATION GOKAK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286000" y="2133600"/>
            <a:ext cx="61722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Project Name: “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University website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  <a:br>
              <a:rPr lang="en-I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Team Members:</a:t>
            </a:r>
            <a:br>
              <a:rPr lang="en-IN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Nilesh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Satpute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                 (M2016033)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Shivarudrappa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Sunadholi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(M2016045)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Prashant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 smtClean="0">
                <a:latin typeface="Times New Roman" pitchFamily="18" charset="0"/>
                <a:cs typeface="Times New Roman" pitchFamily="18" charset="0"/>
              </a:rPr>
              <a:t>Patil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                  (M2016036)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2438400" y="4953000"/>
            <a:ext cx="472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Under The Guidance of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        Prof.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Malikjan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Bagawan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This application is going to help students to get information about university, university notifications, course syllabus, affiliated colleges, exam circulars, notifications, results, old question papers, notes and contact information.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 user friendly website is helpful for students to get syllabus, notification and notes.</a:t>
            </a:r>
          </a:p>
          <a:p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 website for an educational institute is like its face. So, without a website it is like a person with a covered 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FRONT END , BACK END AND SOFTWARE REQUIREMENTS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Software Requirements: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Windows Operating System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XAMPP Server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Front End: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HTML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JAVASCRIPT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Back End: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Admin: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Login: can login through username and password.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Add/Edit: Notifications of university.</a:t>
            </a: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Can access the data submitted by users.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User: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View Notification: Can view Notification sent by admin.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Admission: Can fill form to book seat for admission.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Resources: Can access resources provided by admin.</a:t>
            </a:r>
          </a:p>
          <a:p>
            <a:pPr lvl="0" algn="just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Query: can submit query through form.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 DETAILS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User module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has</a:t>
            </a:r>
            <a:r>
              <a:rPr lang="en-US" dirty="0" smtClean="0"/>
              <a:t> been developed and successfully implemented 95% of front end.</a:t>
            </a:r>
          </a:p>
          <a:p>
            <a:r>
              <a:rPr lang="en-US" dirty="0" smtClean="0"/>
              <a:t>Database is only connected to admin login page still has to connect with admission form ,syllabus page and query page.</a:t>
            </a:r>
          </a:p>
          <a:p>
            <a:r>
              <a:rPr lang="en-US" dirty="0" smtClean="0"/>
              <a:t>Currently working on syllabus page where user can get syllabus and notes in the form of </a:t>
            </a:r>
            <a:r>
              <a:rPr lang="en-US" dirty="0" err="1" smtClean="0"/>
              <a:t>pdfs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Admin module not yet completed. 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conclusion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64</TotalTime>
  <Words>250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Oriel</vt:lpstr>
      <vt:lpstr>Slide 1</vt:lpstr>
      <vt:lpstr>INTRODUCTION</vt:lpstr>
      <vt:lpstr>FRONT END , BACK END AND SOFTWARE REQUIREMENTS</vt:lpstr>
      <vt:lpstr>MODULES DETAILS</vt:lpstr>
      <vt:lpstr>MODULES DETAILS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BOSS</dc:creator>
  <cp:lastModifiedBy>BOSS</cp:lastModifiedBy>
  <cp:revision>8</cp:revision>
  <dcterms:created xsi:type="dcterms:W3CDTF">2023-07-18T09:43:10Z</dcterms:created>
  <dcterms:modified xsi:type="dcterms:W3CDTF">2023-07-18T11:58:45Z</dcterms:modified>
</cp:coreProperties>
</file>